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B7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PROBABILIDADES EN R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920240"/>
            <a:ext cx="10698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detector de amenazas bajo incertidumbre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3832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Combinatoria, probabilidad condicional, probabilidad total y teorema de Bayes,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en 5 días con apoyo de IA generativa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663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Carrera:  </a:t>
            </a:r>
            <a:pPr indent="0" marL="0">
              <a:buNone/>
            </a:pPr>
            <a:r>
              <a:rPr lang="en-US" sz="1400" dirty="0">
                <a:solidFill>
                  <a:srgbClr val="C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Informática   ·   </a:t>
            </a:r>
            <a:pPr indent="0" marL="0">
              <a:buNone/>
            </a:pPr>
            <a:r>
              <a:rPr lang="en-US" sz="1400" b="1" dirty="0">
                <a:solidFill>
                  <a:srgbClr val="B7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Duración:  </a:t>
            </a:r>
            <a:pPr indent="0" marL="0">
              <a:buNone/>
            </a:pPr>
            <a:r>
              <a:rPr lang="en-US" sz="1400" dirty="0">
                <a:solidFill>
                  <a:srgbClr val="C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días (en casa)   ·   </a:t>
            </a:r>
            <a:pPr indent="0" marL="0">
              <a:buNone/>
            </a:pPr>
            <a:r>
              <a:rPr lang="en-US" sz="1400" b="1" dirty="0">
                <a:solidFill>
                  <a:srgbClr val="B7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Lenguaje:  </a:t>
            </a:r>
            <a:pPr indent="0" marL="0">
              <a:buNone/>
            </a:pPr>
            <a:r>
              <a:rPr lang="en-US" sz="1400" dirty="0">
                <a:solidFill>
                  <a:srgbClr val="C8CB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central: la bitácora de prompts y el proceso de aprendizaje con la IA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22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escenario y los conceptos en juego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Formas parte del equipo de seguridad de una plataforma de software. Partes del archivo eventos_seguridad.csv (un histórico real de operación, tal como llega) y debes razonar bajo incertidumbre: contar casos posibles, medir el riesgo real detrás de una alerta y actualizar tus creencias cuando el detector se pronuncia. Todo el razonamiento se modela y se valida en R.</a:t>
            </a:r>
            <a:endParaRPr lang="en-US" sz="13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1109167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75255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Aplicación en el escenario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Análisis combinatorio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Contar espacios de claves API, configuraciones posibles y muestreos de logs.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 condicional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real de incidente dado que se dispara una alerta del sistema.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Probabilidad total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Combinar las tasas de incidencia de varios módulos (auth, api, db).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Teorema de Bayes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226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Actualizar la probabilidad de malware según el veredicto del detector.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4D6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global: cuantificar riesgos y construir un detector probabilístico defendible con números, no con intuiciones.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22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Objetivos, entorno y trabajo con 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4343400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25112" y="1600200"/>
            <a:ext cx="3538728" cy="4343400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01584" y="1600200"/>
            <a:ext cx="3538728" cy="4343400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7830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286000"/>
            <a:ext cx="30815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 datos reales y prepararlos para el análisis.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y resolver los cuatro tipos de problema en R.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simulación (Monte Carlo) e interpretar en contexto.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53712" y="17830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Entorno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53712" y="2286000"/>
            <a:ext cx="30815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base para conteo y simulación.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tidyverse para preparar datos, tablas y gráficos.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Markdown o Quarto para el informe; Git para versiones.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Semilla aleatoria fija para que todo sea reproducible.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330184" y="1783080"/>
            <a:ext cx="3081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A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Trabajo con IA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30184" y="2286000"/>
            <a:ext cx="308152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es tu copiloto: verifica y explica cada línea que uses.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cada prompt, sus versiones y qué corregiste.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bitácora es la entrega principal: sin ella el trabajo no se evalúa.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RETOS 1 Y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22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Combinatoria y probabilidad condicional / total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1 · COMBINATORIA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Contar el espacio de casos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Cuantificar cuántos casos son posibles (claves, configuraciones, muestras de logs): la base de todo cálculo de probabilidad.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5349240" cy="2697480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DEBES PLANTEAR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8620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el espacio muestral: ¿qué se cuenta exactamente?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la técnica: permutación, variación o combinación.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si importa el orden y si hay reemplazo.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Relacionar el conteo con la probabilidad de un caso.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463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2 · CONDICIONAL Y TOTAL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 real tras una alerta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9456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riesgo que hay detrás de una alerta y componer el riesgo global del sistema a partir de sus módulos.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337560"/>
            <a:ext cx="5349240" cy="2697480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520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DEBES PLANTEAR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88620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P(incidente | alerta) a partir de la muestra.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Descomponer P(incidente) por módulo (probabilidad total).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P(A|B) de P(B|A) y de una simple correlación.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3 Y VALIDACIÓN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22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Teorema de Bayes y simulación Monte Carlo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 3 · BAYES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Actualizar la creencia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9456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Convertir el veredicto del detector en una probabilidad real de incidente, partiendo de las tasas que estimes de los datos.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337560"/>
            <a:ext cx="5349240" cy="2697480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520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DEBES PLANTEAR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8620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prior, sensibilidad y falsos positivos desde los datos.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Bayes para P(incidente | veredicto positivo).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cómo cambia el posterior al variar el prior.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63640" y="146304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· MONTE CARLO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9164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22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Comprobar con simulación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194560"/>
            <a:ext cx="5349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a prueba el resultado analítico simulando muchos casos y contrastando lo simulado con lo calculado.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337560"/>
            <a:ext cx="5349240" cy="2697480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52044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DEBES PLANTEAR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886200"/>
            <a:ext cx="4892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Simular muchos casos con las tasas estimadas.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la frecuencia simulada con el valor analítico.</a:t>
            </a:r>
            <a:endParaRPr lang="en-US" sz="1250" dirty="0"/>
          </a:p>
          <a:p>
            <a:pPr marL="190500" indent="-1905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si el modelo es coherente y robusto.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CENTRAL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22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Bitácora de prompts: tu proceso de aprendizaje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35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60 % de la nota. No se evalúa un prompt perfecto ni el resultado final, sino tu proceso: cómo dialogaste con la IA, dónde te equivocaste y cómo lo corregiste. Regístralo de forma honesta y cronológica.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3108960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532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Y QUÉ SE EVALÚA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53512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cronológico de tu trabajo con la IA a lo largo de los 5 días.</a:t>
            </a:r>
            <a:endParaRPr lang="en-US" sz="1300" dirty="0"/>
          </a:p>
          <a:p>
            <a:pPr marL="190500" indent="-1905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valora la iteración real: intentos, callejones sin salida y ajustes.</a:t>
            </a:r>
            <a:endParaRPr lang="en-US" sz="1300" dirty="0"/>
          </a:p>
          <a:p>
            <a:pPr marL="190500" indent="-190500"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tu criterio: qué aceptaste, qué descartaste y qué verificaste por tu cuenta.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2331720"/>
            <a:ext cx="5440680" cy="3108960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25328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REGISTRA CADA ENTRADA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953512"/>
            <a:ext cx="4983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qué querías conseguir en ese paso.</a:t>
            </a:r>
            <a:endParaRPr lang="en-US" sz="13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del intento (v1, v2, v3…).</a:t>
            </a:r>
            <a:endParaRPr lang="en-US" sz="13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falló o qué faltó en la respuesta.</a:t>
            </a:r>
            <a:endParaRPr lang="en-US" sz="13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lo ajustaste en el siguiente intento.</a:t>
            </a:r>
            <a:endParaRPr lang="en-US" sz="1300" dirty="0"/>
          </a:p>
          <a:p>
            <a:pPr marL="190500" indent="-1905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aprendiste y qué comprobaste tú mismo.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nota premia la evolución y el criterio</a:t>
            </a:r>
            <a:pPr indent="0" marL="0">
              <a:buNone/>
            </a:pPr>
            <a:r>
              <a:rPr lang="en-US" sz="1250" i="1" dirty="0">
                <a:solidFill>
                  <a:srgbClr val="5A6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 la herramienta ni un prompt “ganador”.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Y EVALUACIÓN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2226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Entregables, rúbrica y plan de 5 días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· 5 DÍAS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830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 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46304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Entorno, repo y bitácora; explorar y preparar los datos.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2402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 2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2402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Combinatoria y probabilidad condicional / total.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 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697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de Bayes y análisis de sensibilidad del prior.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1546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 4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31546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por simulación Monte Carlo en R.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611880"/>
            <a:ext cx="868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Día 5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6118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Informe, orden de la bitácora y defensa.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2062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52628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prompts (v1→vN, con aprendizajes) — eje.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R reproducible (desde el CSV) + informe .Rmd/.qmd.</a:t>
            </a:r>
            <a:endParaRPr lang="en-US" sz="12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oral breve de decisiones y hallazgos.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1463040"/>
            <a:ext cx="5257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4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RÚBRICA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355080" y="1810512"/>
            <a:ext cx="5257800" cy="896112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37960" y="1865376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de prompts y proceso con IA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0149840" y="1865376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4A4A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60 %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6355080" y="2843784"/>
            <a:ext cx="5257800" cy="896112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37960" y="2898648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Corrección de los cálculos y validación en 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0149840" y="2898648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A60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20 %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355080" y="3877056"/>
            <a:ext cx="5257800" cy="896112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37960" y="3931920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datos e interpretación en contexto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149840" y="3931920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A60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15 %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355080" y="4910328"/>
            <a:ext cx="5257800" cy="896112"/>
          </a:xfrm>
          <a:prstGeom prst="rect">
            <a:avLst/>
          </a:prstGeom>
          <a:solidFill>
            <a:srgbClr val="EEEFF6"/>
          </a:solidFill>
          <a:ln w="12700">
            <a:solidFill>
              <a:srgbClr val="D4D6E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37960" y="4965192"/>
            <a:ext cx="3611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226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Reproducibilidad (código + README + Git)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0149840" y="4965192"/>
            <a:ext cx="1325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5A60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5 %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2026-09-09T16:18:25Z</dcterms:created>
  <dcterms:modified xsi:type="dcterms:W3CDTF">2026-09-09T16:18:25Z</dcterms:modified>
</cp:coreProperties>
</file>