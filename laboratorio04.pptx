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17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242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67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018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1252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6901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463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450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52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854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763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411790D-B39B-47C3-BBE8-A6C255695D5C}" type="datetimeFigureOut">
              <a:rPr lang="es-CL" smtClean="0"/>
              <a:t>11-09-2026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1F59C3C-0933-4CB0-AB22-E15E76E366A9}" type="slidenum">
              <a:rPr lang="es-CL" smtClean="0"/>
              <a:t>‹Nº›</a:t>
            </a:fld>
            <a:endParaRPr lang="es-CL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62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9081A-8769-81F5-6DFC-9A04450C1D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lang="es-ES" dirty="0">
                <a:latin typeface="Candara" panose="020E0502030303020204" pitchFamily="34" charset="0"/>
              </a:rPr>
              <a:t>Laboratorio 04 – </a:t>
            </a:r>
            <a:r>
              <a:rPr lang="es-ES" dirty="0" err="1">
                <a:latin typeface="Candara" panose="020E0502030303020204" pitchFamily="34" charset="0"/>
              </a:rPr>
              <a:t>PyEC</a:t>
            </a:r>
            <a:endParaRPr lang="es-CL" dirty="0">
              <a:latin typeface="Candara" panose="020E0502030303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8E5739-A0FE-986B-E5A7-5B8BD896F6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>
                <a:latin typeface="Candara" panose="020E0502030303020204" pitchFamily="34" charset="0"/>
              </a:rPr>
              <a:t>Ignacio Ampuero</a:t>
            </a:r>
          </a:p>
          <a:p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Este archivo es documentación por el momento  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72379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5D0A5-993B-AAC2-124F-77D6245A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latin typeface="Candara" panose="020E0502030303020204" pitchFamily="34" charset="0"/>
              </a:rPr>
              <a:t>Agenda</a:t>
            </a:r>
            <a:r>
              <a:rPr lang="es-ES" dirty="0"/>
              <a:t>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A93909-2DEA-AC95-3A22-EBCDD099B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10140992" cy="402336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Introducción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Análisis de los datos del archivo .</a:t>
            </a:r>
            <a:r>
              <a:rPr lang="es-ES" dirty="0" err="1">
                <a:latin typeface="Candara" panose="020E0502030303020204" pitchFamily="34" charset="0"/>
              </a:rPr>
              <a:t>csv</a:t>
            </a:r>
            <a:r>
              <a:rPr lang="es-ES" dirty="0">
                <a:latin typeface="Candara" panose="020E0502030303020204" pitchFamily="34" charset="0"/>
              </a:rPr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Procedimiento del análisis combinatorio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Probabilidad total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Aplicación del Teorema de Bayes con los datos utilizados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Planificación de la simulación de Monte Carlo e introducción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Simulación de Monte Carlo con los datos utilizados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Conclusión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>
                <a:latin typeface="Candara" panose="020E0502030303020204" pitchFamily="34" charset="0"/>
              </a:rPr>
              <a:t>Bibliografía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66612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BF54D-A8E2-979B-3DC0-171A36FE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06FCD8-F0C5-A209-C78F-E9A4671719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D8C87A-4D5F-16B8-66FC-60EB595C80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8081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8C7FD-09B0-7CD0-7195-F357EC0C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latin typeface="Candara" panose="020E0502030303020204" pitchFamily="34" charset="0"/>
              </a:rPr>
              <a:t>Análisis de los datos del archivo .</a:t>
            </a:r>
            <a:r>
              <a:rPr lang="es-ES" dirty="0" err="1">
                <a:latin typeface="Candara" panose="020E0502030303020204" pitchFamily="34" charset="0"/>
              </a:rPr>
              <a:t>csv</a:t>
            </a:r>
            <a:r>
              <a:rPr lang="es-ES" dirty="0">
                <a:latin typeface="Candara" panose="020E0502030303020204" pitchFamily="34" charset="0"/>
              </a:rPr>
              <a:t>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4033DE-3517-7524-32ED-60B1498B39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DF2F04-304A-2588-4961-9775E663C4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2122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3924-6ADD-6F9E-76B1-4A24406FB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38CEE-E195-6E08-FB8D-1DF0BE56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>
                <a:latin typeface="Candara" panose="020E0502030303020204" pitchFamily="34" charset="0"/>
              </a:rPr>
              <a:t>Procedimiento del análisis combinatorio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FA0286-2FEF-E1FD-8D7E-F2E3D884F2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0F3A04-FEFD-DE79-A03A-3FBAE73532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528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67A4D-BC2F-8487-56D2-92B2EDFC5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24A71-AA24-4A90-0557-A58E7735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latin typeface="Candara" panose="020E0502030303020204" pitchFamily="34" charset="0"/>
              </a:rPr>
              <a:t>Probabilidad total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829B36-D5DD-0DA7-F5B4-744A72BBB4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77F3B8-D071-7127-CEBF-040C3A5547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1027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FDB72-FBAD-66AE-D792-BDA12EABD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2F8AF-9DF5-DDCD-D80D-C94FC318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>
                <a:latin typeface="Candara" panose="020E0502030303020204" pitchFamily="34" charset="0"/>
              </a:rPr>
              <a:t>Aplicación del Teorema de Bayes con los datos utilizados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2EBEE7-B97A-92E1-6871-651778603E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6BAD21-3A28-6C0A-168F-B0FD861C90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0383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CDBEE-2621-FCEC-B81B-4CAE2E15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1B590-EB3D-CC00-F9DA-684298E5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>
                <a:latin typeface="Candara" panose="020E0502030303020204" pitchFamily="34" charset="0"/>
              </a:rPr>
              <a:t>Planificación de la simulación de Monte Carlo e introducción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E395AF-D76E-8918-1DA0-D1C2DC2348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ADB90F-76A2-C76F-6668-F2683456D4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0656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5D1E3-76A1-93ED-38F9-D891B4E5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44324-B811-7B23-B676-9CDC6F7E9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>
                <a:latin typeface="Candara" panose="020E0502030303020204" pitchFamily="34" charset="0"/>
              </a:rPr>
              <a:t>Simulación de Monte Carlo con los datos utilizados 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37121-18D9-9CC9-EC60-7C1A648FBA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500727-BD92-849B-2588-F917D7E253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6625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88E5D-CA5B-0B10-73B1-04CF4E2D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B3F92-4C7C-C52C-0474-874874EC5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andara" panose="020E0502030303020204" pitchFamily="34" charset="0"/>
              </a:rPr>
              <a:t>Conclusión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569A37-3E64-58B8-ADB2-0627B4E8A4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AD00B7-2DFA-4873-3B94-5A5ECA9911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27789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1CE9-B16F-FCD9-E360-74C3FACE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4F5F8-73CF-C0FD-453B-3DF9DE14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andara" panose="020E0502030303020204" pitchFamily="34" charset="0"/>
              </a:rPr>
              <a:t>Bibliografía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D3452-D726-9DD6-1D88-E825FF8F9A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6E0567-4DB7-5C3B-1640-2CFF61EF5B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54492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</TotalTime>
  <Words>100</Words>
  <Application>Microsoft Office PowerPoint</Application>
  <PresentationFormat>Panorámica</PresentationFormat>
  <Paragraphs>23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Candara</vt:lpstr>
      <vt:lpstr>Retrospección</vt:lpstr>
      <vt:lpstr>Laboratorio 04 – PyEC</vt:lpstr>
      <vt:lpstr>Agenda </vt:lpstr>
      <vt:lpstr>Introducción </vt:lpstr>
      <vt:lpstr>Análisis de los datos del archivo .csv </vt:lpstr>
      <vt:lpstr>Procedimiento del análisis combinatorio </vt:lpstr>
      <vt:lpstr>Probabilidad total </vt:lpstr>
      <vt:lpstr>Aplicación del Teorema de Bayes con los datos utilizados </vt:lpstr>
      <vt:lpstr>Planificación de la simulación de Monte Carlo e introducción </vt:lpstr>
      <vt:lpstr>Simulación de Monte Carlo con los datos utilizados </vt:lpstr>
      <vt:lpstr>Conclusión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PV Lab 0 PC26</dc:creator>
  <cp:lastModifiedBy>PV Lab 0 PC26</cp:lastModifiedBy>
  <cp:revision>2</cp:revision>
  <dcterms:created xsi:type="dcterms:W3CDTF">2026-09-11T20:58:13Z</dcterms:created>
  <dcterms:modified xsi:type="dcterms:W3CDTF">2026-09-11T21:19:36Z</dcterms:modified>
</cp:coreProperties>
</file>